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90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5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3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4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8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48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9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60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5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7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47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185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09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892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322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158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2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Rounded MT Bold</vt:lpstr>
      <vt:lpstr>Segoe UI Black</vt:lpstr>
      <vt:lpstr>Tw Cen MT</vt:lpstr>
      <vt:lpstr>Droplet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Nidhi</cp:lastModifiedBy>
  <cp:revision>18</cp:revision>
  <dcterms:created xsi:type="dcterms:W3CDTF">2024-06-24T12:27:37Z</dcterms:created>
  <dcterms:modified xsi:type="dcterms:W3CDTF">2026-08-14T06:24:01Z</dcterms:modified>
</cp:coreProperties>
</file>